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92"/>
  </p:normalViewPr>
  <p:slideViewPr>
    <p:cSldViewPr snapToGrid="0">
      <p:cViewPr varScale="1">
        <p:scale>
          <a:sx n="85" d="100"/>
          <a:sy n="85" d="100"/>
        </p:scale>
        <p:origin x="192" y="5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7E345A-A81E-F4CB-61C6-B6C210311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F821557-D67D-1929-B37F-49BA3887C0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1584E9-854C-470A-E6BD-3116963C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595E-70E8-EF4C-9F27-F44D66665F5E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95CB66E-CDA1-5EC9-ECF6-A9E485A7A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607EA6-1CF9-545D-E38D-DA3CE8B1B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978AF-542C-0E4E-8060-01899EF19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44218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94F215-EC21-62C3-1CC8-9332783F08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616E934-1C8F-1F58-8374-7F497AC77B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E848C1-9B29-4C00-E5CE-D8763DC67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595E-70E8-EF4C-9F27-F44D66665F5E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7ADA5EA-28B0-05E3-AF76-7D367FAFB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CF5BD74-08CB-B2E2-6722-45401958B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978AF-542C-0E4E-8060-01899EF19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80895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B396D2-EC21-409E-524B-9964266DF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C130F78-4010-4729-20E4-94975C26CC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613A7BE-FEBF-AAA6-0925-91D85F6D42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595E-70E8-EF4C-9F27-F44D66665F5E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67A0E07-D4F5-A70C-A279-9EF41D2F70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6D04B7-3E25-0B79-4031-8D3A4FC7F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978AF-542C-0E4E-8060-01899EF19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35612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093675-8FF8-F9CA-1DB1-0C8C5C219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219B86-F655-6EEE-8414-3FF6DC130F3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F129E30-CBC6-D092-4372-7490271E8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630E78-2B8C-6C89-C7CF-2928ECF19F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595E-70E8-EF4C-9F27-F44D66665F5E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657945B-7CC3-DE49-F27C-E23AAB769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F715D6C-17FD-C632-2DA8-20F22E7B97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978AF-542C-0E4E-8060-01899EF19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0225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99C75A6-4C25-7B2A-D68E-5F30BAB6F0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A677631-ECBD-5489-FB35-CC434820C3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8A45E3F-1F71-95CB-D492-5CE538C53F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4F2B73A-55E6-DD7D-6637-25491762C0F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6508684-9C41-1A1A-DA93-194F5A7DF88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2636ADA-7C7C-83E5-5A99-48FD684CC4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595E-70E8-EF4C-9F27-F44D66665F5E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E6E1CB3E-3E4D-6835-FE2F-06E3BD2C0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E6EC858E-27F6-2100-A0DB-1E3DD0E6CE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978AF-542C-0E4E-8060-01899EF19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596295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533B39-8A56-2B7B-1600-6A6A92A955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8CB0D50F-6D7A-29E7-BB1A-491A3A49F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595E-70E8-EF4C-9F27-F44D66665F5E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4E5A1C6-F485-C69E-4E32-614D44AF65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CB3C341C-18FD-E853-18DD-933BF24EFC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978AF-542C-0E4E-8060-01899EF19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7313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844E10E-9EC1-B19B-27C0-4F656C706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595E-70E8-EF4C-9F27-F44D66665F5E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E3316B0-222C-5DF6-C16A-B31B140A6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1E589D9-FFC7-0FFB-8093-7DF1C09E7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978AF-542C-0E4E-8060-01899EF19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1117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FB189A-74E7-20DD-744E-CA14A9045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598F715-D5F6-69C0-1C9D-7BBB1D2A6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1E9BD71-2CC2-06C1-B84D-A94AC809B66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E9C717D-8094-91D4-8243-3F829455E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595E-70E8-EF4C-9F27-F44D66665F5E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0604A9-294E-6C4D-D2E7-EA12B0879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31DE7DD-BD06-ADA2-4507-8322A21FD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978AF-542C-0E4E-8060-01899EF19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340770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41D3ED-0740-2201-C9F6-07040AEAC6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647B8FB-FC5D-0F41-852B-7590E88A923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E825B99-3EB0-E327-50A9-F108775172D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723248D-6379-3FC6-8D9E-A6397B84A7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595E-70E8-EF4C-9F27-F44D66665F5E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6DF3DF-3E6E-5AEB-4BD8-760E91E22E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B14176F-0D9E-6C45-F66E-8D5BB975F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978AF-542C-0E4E-8060-01899EF19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5131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7E0508-FA39-DDA1-D39A-B7529F5C7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EC69247-DD6B-8332-FA88-D4E25509E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62EA539-EA2B-0BD1-78E4-D398E8005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595E-70E8-EF4C-9F27-F44D66665F5E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8F14736-7B45-E760-0425-EFC32BBF3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706313D-7AE9-9F59-689D-F7A7DFE0AB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978AF-542C-0E4E-8060-01899EF19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21838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A637DFE-6B37-D923-17F1-A35F59C741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001299-6A7C-D75C-55CF-ED6C6B27D0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B038782-9777-7BE8-C6AE-FCAD08174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1D595E-70E8-EF4C-9F27-F44D66665F5E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5C1DDEF-81FC-787E-7F27-E278B01BF1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659B25B-37D3-3BCF-7658-200B3BD692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B978AF-542C-0E4E-8060-01899EF19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7974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7DB83D93-453B-95BD-4076-C5AB2D3B1F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70C90-8071-57EE-F18B-5B76C432B7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8A9FA9-3646-6230-EC26-72EBACC10B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1D595E-70E8-EF4C-9F27-F44D66665F5E}" type="datetimeFigureOut">
              <a:rPr lang="pt-BR" smtClean="0"/>
              <a:t>15/11/2025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C5E9BC2-57BB-F00D-BFAC-76BE3F65F2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E6F3BB7-D72C-AB1E-A83F-FF9767B8D1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B978AF-542C-0E4E-8060-01899EF1905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8231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B0F1C7FE-C290-F305-BB07-0D80D7F7B5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408" y="2443397"/>
            <a:ext cx="1105183" cy="1551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756828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Humberto Torres Marques Neto</dc:creator>
  <cp:lastModifiedBy>Humberto Torres Marques Neto</cp:lastModifiedBy>
  <cp:revision>1</cp:revision>
  <dcterms:created xsi:type="dcterms:W3CDTF">2025-11-15T13:07:29Z</dcterms:created>
  <dcterms:modified xsi:type="dcterms:W3CDTF">2025-11-15T13:08:31Z</dcterms:modified>
</cp:coreProperties>
</file>